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BC5300-C2AF-416E-AE5B-209B38B9BD23}" v="2" dt="2025-11-04T15:26:14.8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140F9-8D8E-4837-7684-16BEA1798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6FD4ED-4469-71E4-62FC-92F8DD083A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D5DE53-38E4-C124-8A2D-3653EBF4D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497C7A-7473-9CA1-451E-DA28EA61E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8C067-9B1D-E816-77C1-9F16F008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8616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2D200-E14A-A7BC-EA8E-1EEF08886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02EB48-4AB1-C768-57FE-28F72C7188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55285E-22AC-D448-5B03-0F5D10AF0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86E553-65B6-17CB-AD93-F2EF3E6C1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6252C4-F286-4DD6-FF00-2DD11F813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3618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AAED7-F903-6380-C91D-3C7E0B76F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45B4CF-01DA-E30A-F216-AEEF46B002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15886D-CC92-F84C-990C-1108E008A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BF6DAD-C601-0DF0-514A-009AA1C18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D8ADF-9A0D-A8C0-A92A-BE68CCDD0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119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B1614-EFEB-E36D-CE56-0CFDAFFF6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34179-6E1B-107A-4541-59E5D3860A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FCF8C4-5DAB-9EDC-C75F-8D7ADA15F3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0449EA-B925-4718-CC7C-C137DA376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64BDC-8C6A-CAD2-B825-32E9B566C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DFE645-A7AF-02CF-F55D-AA4AB5535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763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70C73-BEC2-2BC6-EF2F-F8330900C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84BEBA-B556-F989-5A51-20DF651B6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B78032-D66F-B99C-3DCE-D8DAE1290C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590A0C-7EA7-AB01-2B2B-E439570BA7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A7A60B-4AE0-45AD-5CAD-B689E6371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6E19EE-2604-464F-CB5D-2E3B75835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EC9ADE-174C-3287-4DE1-D0DDB6F70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C73A1-756C-64EE-CCE0-055D6EC71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177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E19FA-6919-19C2-9F49-60D9B29A2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216D8A-BABF-844F-843A-597C2F236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5DA610-B2D1-27CB-E37D-010B36BAA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DD0084-915E-A366-2FE5-90C89E125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157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146762-A3F0-2521-1F38-F0AB73A7F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CB631B-5206-4520-5C45-F2F7783C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8E234C-8509-F4CF-F211-1B3F98784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485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95D02-0164-7EB0-64F1-58BA7FB6C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34876-68C3-D994-AAD2-F7863991FD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09EBE6-5D6C-4CA2-B7CA-6A93753437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F089E4-D572-5243-ABE6-2EC3F2592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5C8C22-ED93-6794-6A55-77E454626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AD7A2C-7E10-585B-6645-03C97992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137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C63C3-0F51-DE77-8274-1E5B8393D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9635F4-1823-1A70-D45B-ED918341F8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88DA61-3721-B532-94A5-26DB700866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6284A9-A581-AEBE-C327-8C3DAEFEE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D161E-385D-B356-9354-BFE610230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DFFF44-8799-C4BD-FA3E-38BA14F52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865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8F8EC-97E0-9105-696A-37EA02031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7BD336-39F3-F056-03A2-ABB7FCFA6E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5745F7-5978-0069-57BC-8D10D3B98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74399-F951-8605-942C-111754ADD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62FAC-4559-0C79-FA7F-8B4273CAD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050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13E826-0BAE-617D-2720-C48125B5CD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4B6C04-5701-121E-CDD5-D08CA9DCAF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55568-5D33-54DF-94ED-28B16B312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345179-3F2A-3670-5035-B57F9D704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EED4AE-14EF-1EB6-24E2-6A3EF8E52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3081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5E8A84-4AB0-6321-5542-1EC655F72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036E1-5197-5F6F-A633-3F8C2ADB15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C90D5-F4B7-1C6A-266A-CD03023A2C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7EAC6-AF5E-EF46-F23D-30777C1E7C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F28DD-4E47-1D4F-3BD8-EAE9221750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70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5FDD2-63AE-11B3-530A-30DB253726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8813" y="0"/>
            <a:ext cx="9914374" cy="2387600"/>
          </a:xfrm>
        </p:spPr>
        <p:txBody>
          <a:bodyPr/>
          <a:lstStyle/>
          <a:p>
            <a:r>
              <a:rPr lang="en-US" dirty="0"/>
              <a:t>United Academy Robotics Club</a:t>
            </a:r>
          </a:p>
        </p:txBody>
      </p:sp>
    </p:spTree>
    <p:extLst>
      <p:ext uri="{BB962C8B-B14F-4D97-AF65-F5344CB8AC3E}">
        <p14:creationId xmlns:p14="http://schemas.microsoft.com/office/powerpoint/2010/main" val="917518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0333821-2B53-D49E-CBD9-00BAD2ECD05B}"/>
              </a:ext>
            </a:extLst>
          </p:cNvPr>
          <p:cNvSpPr txBox="1"/>
          <p:nvPr/>
        </p:nvSpPr>
        <p:spPr>
          <a:xfrm>
            <a:off x="629264" y="599767"/>
            <a:ext cx="65355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Introduction to our Club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A2CA95-215F-C7C1-3D87-E97FB7237832}"/>
              </a:ext>
            </a:extLst>
          </p:cNvPr>
          <p:cNvSpPr txBox="1"/>
          <p:nvPr/>
        </p:nvSpPr>
        <p:spPr>
          <a:xfrm>
            <a:off x="629263" y="1573161"/>
            <a:ext cx="11061291" cy="4685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891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E521B-36EB-68A8-F4B8-81F71C815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do in Robotics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F8C3A4-5903-3E03-D15A-481E4EB5F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511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A537C-9B48-5C0E-D0B6-93056385C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 Structure and Roles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CBB02-9E19-5060-2849-2D7FD4BA7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851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C65CE-7224-C97C-76DD-4627A53FA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Do’s and don’t do’s inside Robotics 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A16F0F-82EE-24A1-4845-19086E6AD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741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8DAFE-81F0-D278-E973-C6AFFEA3C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Past of Robotics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24522-DB58-A17C-4448-7B1264303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984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5DF6E-B7A7-C2D2-F529-AA0F5ECAD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Upcoming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F8FB6-D16E-1259-8D2A-DA4C108F25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367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164C8-3454-BB13-8215-58396F69B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to choose the Robotics Club?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07561D-D901-5DEE-DBCA-9CD093AFA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974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38</Words>
  <Application>Microsoft Office PowerPoint</Application>
  <PresentationFormat>Widescreen</PresentationFormat>
  <Paragraphs>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United Academy Robotics Club</vt:lpstr>
      <vt:lpstr>PowerPoint Presentation</vt:lpstr>
      <vt:lpstr>Things to do in Robotics Club</vt:lpstr>
      <vt:lpstr>Club Structure and Roles</vt:lpstr>
      <vt:lpstr>Do’s and don’t do’s inside Robotics Lab</vt:lpstr>
      <vt:lpstr>Past of Robotics Club</vt:lpstr>
      <vt:lpstr>Upcoming Projects</vt:lpstr>
      <vt:lpstr>Why to choose the Robotics Club?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Shyam Rawat</dc:creator>
  <cp:lastModifiedBy>Shyam Rawat</cp:lastModifiedBy>
  <cp:revision>2</cp:revision>
  <dcterms:created xsi:type="dcterms:W3CDTF">2025-11-04T15:11:04Z</dcterms:created>
  <dcterms:modified xsi:type="dcterms:W3CDTF">2025-11-04T15:30:12Z</dcterms:modified>
</cp:coreProperties>
</file>