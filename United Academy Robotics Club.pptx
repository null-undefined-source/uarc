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9" r:id="rId5"/>
    <p:sldId id="258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C5300-C2AF-416E-AE5B-209B38B9BD23}" v="2" dt="2025-11-04T15:26:14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50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40F9-8D8E-4837-7684-16BEA1798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FD4ED-4469-71E4-62FC-92F8DD083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5DE53-38E4-C124-8A2D-3653EBF4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97C7A-7473-9CA1-451E-DA28EA61E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8C067-9B1D-E816-77C1-9F16F008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6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2D200-E14A-A7BC-EA8E-1EEF08886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2EB48-4AB1-C768-57FE-28F72C718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5285E-22AC-D448-5B03-0F5D10AF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6E553-65B6-17CB-AD93-F2EF3E6C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52C4-F286-4DD6-FF00-2DD11F81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61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AED7-F903-6380-C91D-3C7E0B76F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5B4CF-01DA-E30A-F216-AEEF46B00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5886D-CC92-F84C-990C-1108E008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F6DAD-C601-0DF0-514A-009AA1C18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D8ADF-9A0D-A8C0-A92A-BE68CCDD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1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1614-EFEB-E36D-CE56-0CFDAFFF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34179-6E1B-107A-4541-59E5D3860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CF8C4-5DAB-9EDC-C75F-8D7ADA15F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49EA-B925-4718-CC7C-C137DA376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64BDC-8C6A-CAD2-B825-32E9B566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FE645-A7AF-02CF-F55D-AA4AB5535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6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0C73-BEC2-2BC6-EF2F-F8330900C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4BEBA-B556-F989-5A51-20DF651B6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78032-D66F-B99C-3DCE-D8DAE1290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590A0C-7EA7-AB01-2B2B-E439570BA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A7A60B-4AE0-45AD-5CAD-B689E6371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E19EE-2604-464F-CB5D-2E3B75835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C9ADE-174C-3287-4DE1-D0DDB6F7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C73A1-756C-64EE-CCE0-055D6EC7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7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19FA-6919-19C2-9F49-60D9B29A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216D8A-BABF-844F-843A-597C2F23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DA610-B2D1-27CB-E37D-010B36BAA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D0084-915E-A366-2FE5-90C89E12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57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146762-A3F0-2521-1F38-F0AB73A7F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B631B-5206-4520-5C45-F2F7783C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E234C-8509-F4CF-F211-1B3F9878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8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5D02-0164-7EB0-64F1-58BA7FB6C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4876-68C3-D994-AAD2-F7863991F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9EBE6-5D6C-4CA2-B7CA-6A9375343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089E4-D572-5243-ABE6-2EC3F2592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C8C22-ED93-6794-6A55-77E45462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D7A2C-7E10-585B-6645-03C97992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3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63C3-0F51-DE77-8274-1E5B839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635F4-1823-1A70-D45B-ED918341F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8DA61-3721-B532-94A5-26DB700866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284A9-A581-AEBE-C327-8C3DAEFEE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D161E-385D-B356-9354-BFE61023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FFF44-8799-C4BD-FA3E-38BA14F5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6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F8EC-97E0-9105-696A-37EA02031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BD336-39F3-F056-03A2-ABB7FCFA6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745F7-5978-0069-57BC-8D10D3B98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74399-F951-8605-942C-111754AD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62FAC-4559-0C79-FA7F-8B4273CA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50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3E826-0BAE-617D-2720-C48125B5C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B6C04-5701-121E-CDD5-D08CA9DCA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55568-5D33-54DF-94ED-28B16B31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45179-3F2A-3670-5035-B57F9D70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ED4AE-14EF-1EB6-24E2-6A3EF8E5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0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E8A84-4AB0-6321-5542-1EC655F72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036E1-5197-5F6F-A633-3F8C2ADB1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C90D5-F4B7-1C6A-266A-CD03023A2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39490-F0DC-4725-B1EB-FD148D3BB8E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7EAC6-AF5E-EF46-F23D-30777C1E7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F28DD-4E47-1D4F-3BD8-EAE922175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6635E-6C9F-4098-98EB-54101F41E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7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5FDD2-63AE-11B3-530A-30DB25372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813" y="0"/>
            <a:ext cx="9914374" cy="2387600"/>
          </a:xfrm>
        </p:spPr>
        <p:txBody>
          <a:bodyPr/>
          <a:lstStyle/>
          <a:p>
            <a:r>
              <a:rPr lang="en-US" dirty="0"/>
              <a:t>United Academy Robotics Club</a:t>
            </a:r>
          </a:p>
        </p:txBody>
      </p:sp>
    </p:spTree>
    <p:extLst>
      <p:ext uri="{BB962C8B-B14F-4D97-AF65-F5344CB8AC3E}">
        <p14:creationId xmlns:p14="http://schemas.microsoft.com/office/powerpoint/2010/main" val="91751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333821-2B53-D49E-CBD9-00BAD2ECD05B}"/>
              </a:ext>
            </a:extLst>
          </p:cNvPr>
          <p:cNvSpPr txBox="1"/>
          <p:nvPr/>
        </p:nvSpPr>
        <p:spPr>
          <a:xfrm>
            <a:off x="629264" y="599767"/>
            <a:ext cx="6187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our Club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A2CA95-215F-C7C1-3D87-E97FB7237832}"/>
              </a:ext>
            </a:extLst>
          </p:cNvPr>
          <p:cNvSpPr txBox="1"/>
          <p:nvPr/>
        </p:nvSpPr>
        <p:spPr>
          <a:xfrm>
            <a:off x="776749" y="1573161"/>
            <a:ext cx="106385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“As a club, we look forward to taking a significant step into the fields of Robotics Engineering and Artificial Intelligence.”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vision is to explore, learn, and innovate in these rapidly advancing domains. We actively organize workshops, seminars, and hands-on training sessions to enhance technical knowledge and creativity among our members. In addition, we proudly participate in various robotics-related events, exhibitions, and national as well as international competitions, showcasing our skills and fostering teamwork, problem-solving, and innovation. Through these efforts, we aim to inspire young minds to become pioneers in the world of robotics and AI.</a:t>
            </a:r>
          </a:p>
        </p:txBody>
      </p:sp>
    </p:spTree>
    <p:extLst>
      <p:ext uri="{BB962C8B-B14F-4D97-AF65-F5344CB8AC3E}">
        <p14:creationId xmlns:p14="http://schemas.microsoft.com/office/powerpoint/2010/main" val="177789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51295-F911-B3D4-5E4B-61A09448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602FF-827A-3F9A-6583-5BBE3D768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United Academy Robotics Club (UARC), established in 2015 at United Academy, </a:t>
            </a:r>
            <a:r>
              <a:rPr lang="en-US" dirty="0" err="1"/>
              <a:t>Kumaripati</a:t>
            </a:r>
            <a:r>
              <a:rPr lang="en-US" dirty="0"/>
              <a:t>, Lalitpur, is a dynamic platform that empowers students to explore the world of Robotics, Engineering, and Artificial Intelligence through hands-on learning. The club aims to foster creativity, teamwork, and innovation by engaging members in practical projects, workshops, and national-level competitions. Each year, it organizes major events such as the </a:t>
            </a:r>
            <a:r>
              <a:rPr lang="en-US" b="1" dirty="0"/>
              <a:t>United Robotics Fest</a:t>
            </a:r>
            <a:r>
              <a:rPr lang="en-US" dirty="0"/>
              <a:t>, which features exhibitions, workshops, and contests like Robo Soccer and Robo Race. Collaborating with the </a:t>
            </a:r>
            <a:r>
              <a:rPr lang="en-US" b="1" dirty="0"/>
              <a:t>Robotics Association of Nepal (RAN)</a:t>
            </a:r>
            <a:r>
              <a:rPr lang="en-US" dirty="0"/>
              <a:t> and other educational institutions, UARC provides students with exposure to cutting-edge technology and real-world problem-solving. By encouraging teamwork, leadership, and critical thinking, the club serves as a foundation for students aspiring to pursue careers in STEM and contribute to technological advancement in Nepal.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99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537C-9B48-5C0E-D0B6-93056385C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Club Structure and Roles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212E3B-8F4A-CC34-C331-5A54C6FD2B16}"/>
              </a:ext>
            </a:extLst>
          </p:cNvPr>
          <p:cNvSpPr txBox="1"/>
          <p:nvPr/>
        </p:nvSpPr>
        <p:spPr>
          <a:xfrm>
            <a:off x="5161189" y="1690688"/>
            <a:ext cx="1757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President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967AF-CFC9-52DB-9887-5BD3C1B6EF5D}"/>
              </a:ext>
            </a:extLst>
          </p:cNvPr>
          <p:cNvSpPr txBox="1"/>
          <p:nvPr/>
        </p:nvSpPr>
        <p:spPr>
          <a:xfrm>
            <a:off x="1502287" y="2823261"/>
            <a:ext cx="14518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Secretary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FFB6A3-83E5-E70E-344F-D5BA692CC143}"/>
              </a:ext>
            </a:extLst>
          </p:cNvPr>
          <p:cNvSpPr txBox="1"/>
          <p:nvPr/>
        </p:nvSpPr>
        <p:spPr>
          <a:xfrm>
            <a:off x="1502287" y="4020485"/>
            <a:ext cx="2091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Vice Secretary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5FCE4-FF37-678D-783A-9816BE61E9F2}"/>
              </a:ext>
            </a:extLst>
          </p:cNvPr>
          <p:cNvSpPr txBox="1"/>
          <p:nvPr/>
        </p:nvSpPr>
        <p:spPr>
          <a:xfrm>
            <a:off x="3614444" y="2823261"/>
            <a:ext cx="1425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Treasurer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A55D5A-C3AC-70FA-BCD6-2301E6658334}"/>
              </a:ext>
            </a:extLst>
          </p:cNvPr>
          <p:cNvSpPr txBox="1"/>
          <p:nvPr/>
        </p:nvSpPr>
        <p:spPr>
          <a:xfrm>
            <a:off x="5700247" y="2823261"/>
            <a:ext cx="2437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Program Director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84B9FF-29E9-CFD3-47A3-C083FC1A9409}"/>
              </a:ext>
            </a:extLst>
          </p:cNvPr>
          <p:cNvSpPr txBox="1"/>
          <p:nvPr/>
        </p:nvSpPr>
        <p:spPr>
          <a:xfrm>
            <a:off x="8797738" y="2823261"/>
            <a:ext cx="2228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Chief Executive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A7237-E0AF-F12A-24B9-843E1DC50DC5}"/>
              </a:ext>
            </a:extLst>
          </p:cNvPr>
          <p:cNvSpPr txBox="1"/>
          <p:nvPr/>
        </p:nvSpPr>
        <p:spPr>
          <a:xfrm>
            <a:off x="8797738" y="4020485"/>
            <a:ext cx="2768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Executive Members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8898D1-6D68-6D0F-EE47-6C84E6CDD03A}"/>
              </a:ext>
            </a:extLst>
          </p:cNvPr>
          <p:cNvSpPr txBox="1"/>
          <p:nvPr/>
        </p:nvSpPr>
        <p:spPr>
          <a:xfrm>
            <a:off x="7754439" y="1752243"/>
            <a:ext cx="2086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Vice President</a:t>
            </a:r>
          </a:p>
        </p:txBody>
      </p:sp>
    </p:spTree>
    <p:extLst>
      <p:ext uri="{BB962C8B-B14F-4D97-AF65-F5344CB8AC3E}">
        <p14:creationId xmlns:p14="http://schemas.microsoft.com/office/powerpoint/2010/main" val="395685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521B-36EB-68A8-F4B8-81F71C815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do in Robotics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8C3A4-5903-3E03-D15A-481E4EB5F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1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65CE-7224-C97C-76DD-4627A53F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Do’s and don’t do’s inside Robotics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16F0F-82EE-24A1-4845-19086E6AD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41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DAFE-81F0-D278-E973-C6AFFEA3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of Robotics Club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24522-DB58-A17C-4448-7B1264303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for good</a:t>
            </a:r>
          </a:p>
          <a:p>
            <a:r>
              <a:rPr lang="en-US" dirty="0" err="1"/>
              <a:t>technocian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84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DF6E-B7A7-C2D2-F529-AA0F5ECA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F8FB6-D16E-1259-8D2A-DA4C108F2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67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64C8-3454-BB13-8215-58396F69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to choose the Robotics Club?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7561D-D901-5DEE-DBCA-9CD093AFA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74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328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United Academy Robotics Club</vt:lpstr>
      <vt:lpstr>PowerPoint Presentation</vt:lpstr>
      <vt:lpstr>Overview of the club</vt:lpstr>
      <vt:lpstr>Club Structure and Roles</vt:lpstr>
      <vt:lpstr>Things to do in Robotics Club</vt:lpstr>
      <vt:lpstr>Do’s and don’t do’s inside Robotics Lab</vt:lpstr>
      <vt:lpstr>Past of Robotics Club</vt:lpstr>
      <vt:lpstr>Upcoming Projects</vt:lpstr>
      <vt:lpstr>Why to choose the Robotics Club?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Shyam Rawat</dc:creator>
  <cp:lastModifiedBy>Shyam Rawat</cp:lastModifiedBy>
  <cp:revision>3</cp:revision>
  <dcterms:created xsi:type="dcterms:W3CDTF">2025-11-04T15:11:04Z</dcterms:created>
  <dcterms:modified xsi:type="dcterms:W3CDTF">2025-11-04T16:02:41Z</dcterms:modified>
</cp:coreProperties>
</file>