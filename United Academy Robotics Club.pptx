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59" r:id="rId5"/>
    <p:sldId id="258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C5300-C2AF-416E-AE5B-209B38B9BD23}" v="2" dt="2025-11-04T15:26:14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0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05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842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732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3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24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11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881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09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507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586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80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525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9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899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8957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9627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01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652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A891337F-712E-4F6F-6CA7-A4244D2DE8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1111" y1="37807" x2="11111" y2="37807"/>
                        <a14:foregroundMark x1="38961" y1="40981" x2="38961" y2="40981"/>
                        <a14:foregroundMark x1="74459" y1="41126" x2="74459" y2="41126"/>
                        <a14:foregroundMark x1="44156" y1="58730" x2="44156" y2="58730"/>
                        <a14:foregroundMark x1="43723" y1="59452" x2="45022" y2="61183"/>
                        <a14:foregroundMark x1="45166" y1="58874" x2="44300" y2="58586"/>
                        <a14:foregroundMark x1="44444" y1="58297" x2="43867" y2="58297"/>
                        <a14:backgroundMark x1="41270" y1="43579" x2="41270" y2="43579"/>
                        <a14:backgroundMark x1="44589" y1="47763" x2="44589" y2="47763"/>
                        <a14:backgroundMark x1="45455" y1="49928" x2="45455" y2="49928"/>
                        <a14:backgroundMark x1="31169" y1="49928" x2="31169" y2="499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19" y="109999"/>
            <a:ext cx="8222963" cy="8222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15FDD2-63AE-11B3-530A-30DB253726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813" y="0"/>
            <a:ext cx="9914374" cy="2387600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United Academy Robotics Club</a:t>
            </a:r>
          </a:p>
        </p:txBody>
      </p:sp>
    </p:spTree>
    <p:extLst>
      <p:ext uri="{BB962C8B-B14F-4D97-AF65-F5344CB8AC3E}">
        <p14:creationId xmlns:p14="http://schemas.microsoft.com/office/powerpoint/2010/main" val="917518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333821-2B53-D49E-CBD9-00BAD2ECD05B}"/>
              </a:ext>
            </a:extLst>
          </p:cNvPr>
          <p:cNvSpPr txBox="1"/>
          <p:nvPr/>
        </p:nvSpPr>
        <p:spPr>
          <a:xfrm>
            <a:off x="629264" y="599767"/>
            <a:ext cx="67155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our Club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A2CA95-215F-C7C1-3D87-E97FB7237832}"/>
              </a:ext>
            </a:extLst>
          </p:cNvPr>
          <p:cNvSpPr txBox="1"/>
          <p:nvPr/>
        </p:nvSpPr>
        <p:spPr>
          <a:xfrm>
            <a:off x="776749" y="1573161"/>
            <a:ext cx="1063850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“As a club, we look forward to taking a significant step into the fields of Robotics Engineering and Artificial Intelligence.”</a:t>
            </a:r>
            <a:br>
              <a:rPr lang="en-US" sz="28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vision is to explore, learn, and innovate in these rapidly advancing domains. We actively organize workshops, seminars, and hands-on training sessions to enhance technical knowledge and creativity among our members. In addition, we proudly participate in various robotics-related events, exhibitions, and national as well as international competitions, showcasing our skills and fostering teamwork, problem-solving, and innovation. Through these efforts, we aim to inspire young minds to become pioneers in the world of robotics and AI.</a:t>
            </a:r>
          </a:p>
        </p:txBody>
      </p:sp>
    </p:spTree>
    <p:extLst>
      <p:ext uri="{BB962C8B-B14F-4D97-AF65-F5344CB8AC3E}">
        <p14:creationId xmlns:p14="http://schemas.microsoft.com/office/powerpoint/2010/main" val="1777891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51295-F911-B3D4-5E4B-61A094485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of the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602FF-827A-3F9A-6583-5BBE3D76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844521" cy="354171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United Academy Robotics Club (UARC) is a student-led platform founded in </a:t>
            </a:r>
            <a:r>
              <a:rPr lang="en-US" sz="18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  <a:r>
              <a:rPr lang="en-US" sz="18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promote innovation in robotics and artificial intelligence. It provides hands-on learning through projects, workshops, and competitions like the annual United Robotics Fest, organized with the </a:t>
            </a:r>
            <a:r>
              <a:rPr lang="en-US" sz="18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Robotics Association of Nepal</a:t>
            </a:r>
            <a:r>
              <a:rPr lang="en-US" sz="18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(RAN). The club nurtures creativity, teamwork, and technical skills, preparing students to pursue careers in science, engineering, and technology.</a:t>
            </a:r>
          </a:p>
        </p:txBody>
      </p:sp>
      <p:pic>
        <p:nvPicPr>
          <p:cNvPr id="4" name="Picture 3" descr="A group of people posing for a photo&#10;&#10;AI-generated content may be incorrect.">
            <a:extLst>
              <a:ext uri="{FF2B5EF4-FFF2-40B4-BE49-F238E27FC236}">
                <a16:creationId xmlns:a16="http://schemas.microsoft.com/office/drawing/2014/main" id="{F394CF8D-349B-9C89-C59E-4AB1F1C77A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" r="3" b="3"/>
          <a:stretch>
            <a:fillRect/>
          </a:stretch>
        </p:blipFill>
        <p:spPr>
          <a:xfrm>
            <a:off x="6392335" y="2497720"/>
            <a:ext cx="4655075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0999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A537C-9B48-5C0E-D0B6-93056385C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473728"/>
            <a:ext cx="9905998" cy="147857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Club Structure and Roles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212E3B-8F4A-CC34-C331-5A54C6FD2B16}"/>
              </a:ext>
            </a:extLst>
          </p:cNvPr>
          <p:cNvSpPr txBox="1"/>
          <p:nvPr/>
        </p:nvSpPr>
        <p:spPr>
          <a:xfrm>
            <a:off x="5161189" y="2234698"/>
            <a:ext cx="1633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President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967AF-CFC9-52DB-9887-5BD3C1B6EF5D}"/>
              </a:ext>
            </a:extLst>
          </p:cNvPr>
          <p:cNvSpPr txBox="1"/>
          <p:nvPr/>
        </p:nvSpPr>
        <p:spPr>
          <a:xfrm>
            <a:off x="1502287" y="3367271"/>
            <a:ext cx="1442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Secretary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FFB6A3-83E5-E70E-344F-D5BA692CC143}"/>
              </a:ext>
            </a:extLst>
          </p:cNvPr>
          <p:cNvSpPr txBox="1"/>
          <p:nvPr/>
        </p:nvSpPr>
        <p:spPr>
          <a:xfrm>
            <a:off x="1231411" y="4564495"/>
            <a:ext cx="1984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Vice Secretary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D5FCE4-FF37-678D-783A-9816BE61E9F2}"/>
              </a:ext>
            </a:extLst>
          </p:cNvPr>
          <p:cNvSpPr txBox="1"/>
          <p:nvPr/>
        </p:nvSpPr>
        <p:spPr>
          <a:xfrm>
            <a:off x="3614444" y="3367271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Treasurer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A55D5A-C3AC-70FA-BCD6-2301E6658334}"/>
              </a:ext>
            </a:extLst>
          </p:cNvPr>
          <p:cNvSpPr txBox="1"/>
          <p:nvPr/>
        </p:nvSpPr>
        <p:spPr>
          <a:xfrm>
            <a:off x="5700247" y="3367271"/>
            <a:ext cx="25379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Director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84B9FF-29E9-CFD3-47A3-C083FC1A9409}"/>
              </a:ext>
            </a:extLst>
          </p:cNvPr>
          <p:cNvSpPr txBox="1"/>
          <p:nvPr/>
        </p:nvSpPr>
        <p:spPr>
          <a:xfrm>
            <a:off x="8797738" y="3367271"/>
            <a:ext cx="2260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Chief Executive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A7237-E0AF-F12A-24B9-843E1DC50DC5}"/>
              </a:ext>
            </a:extLst>
          </p:cNvPr>
          <p:cNvSpPr txBox="1"/>
          <p:nvPr/>
        </p:nvSpPr>
        <p:spPr>
          <a:xfrm>
            <a:off x="8602171" y="4564494"/>
            <a:ext cx="2651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Executive Members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898D1-6D68-6D0F-EE47-6C84E6CDD03A}"/>
              </a:ext>
            </a:extLst>
          </p:cNvPr>
          <p:cNvSpPr txBox="1"/>
          <p:nvPr/>
        </p:nvSpPr>
        <p:spPr>
          <a:xfrm>
            <a:off x="7754439" y="2265545"/>
            <a:ext cx="1967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Vice President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3202BA-C238-19D2-AB60-6DCE8750CDFF}"/>
              </a:ext>
            </a:extLst>
          </p:cNvPr>
          <p:cNvCxnSpPr>
            <a:cxnSpLocks/>
          </p:cNvCxnSpPr>
          <p:nvPr/>
        </p:nvCxnSpPr>
        <p:spPr>
          <a:xfrm>
            <a:off x="2223414" y="3002075"/>
            <a:ext cx="7704601" cy="0"/>
          </a:xfrm>
          <a:prstGeom prst="line">
            <a:avLst/>
          </a:prstGeom>
          <a:ln w="50800" cap="sq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7337B-D76F-35F5-3AA7-DCCCACAE1E6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2223414" y="3002075"/>
            <a:ext cx="0" cy="3651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3EE5A71-4AA0-E805-C690-5CC8578FDC98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4355833" y="3002075"/>
            <a:ext cx="0" cy="3651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69A910-5599-3EFD-99D3-86887F066FBD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969216" y="3013838"/>
            <a:ext cx="1" cy="35343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9EAAE72-78F5-21AC-F75B-7FE47D76B930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9928016" y="3002075"/>
            <a:ext cx="4807" cy="3651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9FDE9A-F6F5-DD58-B7AB-696F1EBEC20B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928015" y="3828936"/>
            <a:ext cx="1" cy="73555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E9DCD87-5318-A028-529D-690172C47E0B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223414" y="3828936"/>
            <a:ext cx="0" cy="735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E0A04A7-02D4-7515-5EBD-38EAE9F481C2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5978047" y="2757918"/>
            <a:ext cx="1" cy="255920"/>
          </a:xfrm>
          <a:prstGeom prst="straightConnector1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4A191E1-2A2B-E34F-F130-EDBB53079A11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6794906" y="2496308"/>
            <a:ext cx="959533" cy="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51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E521B-36EB-68A8-F4B8-81F71C815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9905998" cy="1478570"/>
          </a:xfrm>
        </p:spPr>
        <p:txBody>
          <a:bodyPr/>
          <a:lstStyle/>
          <a:p>
            <a:r>
              <a:rPr lang="en-US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Things we do in the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8C3A4-5903-3E03-D15A-481E4EB5F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Hands-on Robotics Projects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Workshops and Training Sessions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Annual United Robotics Fest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Competitions and Exhibitions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Collaborations and Mentorship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and Automation Projects</a:t>
            </a:r>
          </a:p>
        </p:txBody>
      </p:sp>
    </p:spTree>
    <p:extLst>
      <p:ext uri="{BB962C8B-B14F-4D97-AF65-F5344CB8AC3E}">
        <p14:creationId xmlns:p14="http://schemas.microsoft.com/office/powerpoint/2010/main" val="3943511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8DAFE-81F0-D278-E973-C6AFFEA3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 of Robotics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24522-DB58-A17C-4448-7B1264303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Secured 2nd place in the “AI for Good” competition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Achieved 3</a:t>
            </a:r>
            <a:r>
              <a:rPr lang="en-US" baseline="30000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position in </a:t>
            </a:r>
            <a:r>
              <a:rPr lang="en-US" dirty="0" err="1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technoXian</a:t>
            </a:r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 in ICT mela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Organized </a:t>
            </a:r>
            <a:r>
              <a:rPr lang="en-US" dirty="0" err="1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RoboFest</a:t>
            </a:r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3.0</a:t>
            </a:r>
          </a:p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Organization of various workshops in collaboration with Virinchi college</a:t>
            </a:r>
          </a:p>
          <a:p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84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164C8-3454-BB13-8215-58396F69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  <a:lumOff val="15000"/>
                  </a:schemeClr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6069746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91</TotalTime>
  <Words>286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Times New Roman</vt:lpstr>
      <vt:lpstr>Tw Cen MT</vt:lpstr>
      <vt:lpstr>Circuit</vt:lpstr>
      <vt:lpstr>United Academy Robotics Club</vt:lpstr>
      <vt:lpstr>PowerPoint Presentation</vt:lpstr>
      <vt:lpstr>Overview of the club</vt:lpstr>
      <vt:lpstr>Club Structure and Roles</vt:lpstr>
      <vt:lpstr>Things we do in the Club</vt:lpstr>
      <vt:lpstr>Past of Robotics Club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Shyam Rawat</dc:creator>
  <cp:lastModifiedBy>Shyam Rawat</cp:lastModifiedBy>
  <cp:revision>9</cp:revision>
  <dcterms:created xsi:type="dcterms:W3CDTF">2025-11-04T15:11:04Z</dcterms:created>
  <dcterms:modified xsi:type="dcterms:W3CDTF">2025-11-04T17:30:30Z</dcterms:modified>
</cp:coreProperties>
</file>